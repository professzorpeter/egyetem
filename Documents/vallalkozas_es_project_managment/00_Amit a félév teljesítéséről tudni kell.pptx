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trenka.zoltan@amk.uni-obuda.hu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D6CD7F5-AEAC-A4B7-640D-B5FD71F893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sz="5400" dirty="0"/>
              <a:t>Amit a félév teljesítéséről tudni kell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C12BF81-891E-03B2-CE0B-95E33D5D13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905" y="4144815"/>
            <a:ext cx="6831673" cy="1086237"/>
          </a:xfrm>
        </p:spPr>
        <p:txBody>
          <a:bodyPr/>
          <a:lstStyle/>
          <a:p>
            <a:r>
              <a:rPr lang="hu-H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Vállalkozásszervezés és projektmenedzsment </a:t>
            </a:r>
          </a:p>
          <a:p>
            <a:r>
              <a:rPr lang="hu-H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ATXVP4IBNF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58980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2FBDB9E-A92C-D827-1411-09D15BB82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22489"/>
          </a:xfrm>
        </p:spPr>
        <p:txBody>
          <a:bodyPr/>
          <a:lstStyle/>
          <a:p>
            <a:r>
              <a:rPr lang="hu-HU" dirty="0"/>
              <a:t>Elérhetőségek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17740B9-0024-F94B-96B0-1AE8D1CD2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08289"/>
            <a:ext cx="9601200" cy="4359111"/>
          </a:xfrm>
        </p:spPr>
        <p:txBody>
          <a:bodyPr>
            <a:normAutofit/>
          </a:bodyPr>
          <a:lstStyle/>
          <a:p>
            <a:r>
              <a:rPr lang="hu-HU" sz="3200" b="0" i="0" dirty="0">
                <a:solidFill>
                  <a:srgbClr val="6B6B6B"/>
                </a:solidFill>
                <a:effectLst/>
                <a:latin typeface="Open Sans" panose="020B0606030504020204" pitchFamily="34" charset="0"/>
              </a:rPr>
              <a:t>e-mail: </a:t>
            </a:r>
            <a:r>
              <a:rPr lang="hu-HU" sz="3200" b="1" i="0" u="none" strike="noStrike" dirty="0">
                <a:solidFill>
                  <a:srgbClr val="3366BB"/>
                </a:solidFill>
                <a:effectLst/>
                <a:latin typeface="Open Sans" panose="020B0606030504020204" pitchFamily="34" charset="0"/>
                <a:hlinkClick r:id="rId2"/>
              </a:rPr>
              <a:t>trenka.zoltan@uni-obuda.hu</a:t>
            </a:r>
            <a:endParaRPr lang="hu-HU" sz="3200" b="1" i="0" u="none" strike="noStrike" dirty="0">
              <a:solidFill>
                <a:srgbClr val="3366BB"/>
              </a:solidFill>
              <a:effectLst/>
              <a:latin typeface="Open Sans" panose="020B0606030504020204" pitchFamily="34" charset="0"/>
            </a:endParaRPr>
          </a:p>
          <a:p>
            <a:r>
              <a:rPr lang="hu-HU" sz="3200" b="0" i="0" dirty="0">
                <a:solidFill>
                  <a:srgbClr val="6B6B6B"/>
                </a:solidFill>
                <a:effectLst/>
                <a:latin typeface="Open Sans" panose="020B0606030504020204" pitchFamily="34" charset="0"/>
              </a:rPr>
              <a:t>F. épület 312</a:t>
            </a:r>
            <a:endParaRPr lang="hu-HU" sz="3200" dirty="0">
              <a:solidFill>
                <a:srgbClr val="6B6B6B"/>
              </a:solidFill>
              <a:latin typeface="Open Sans" panose="020B0606030504020204" pitchFamily="34" charset="0"/>
            </a:endParaRPr>
          </a:p>
          <a:p>
            <a:r>
              <a:rPr lang="hu-HU" sz="3200" dirty="0">
                <a:solidFill>
                  <a:srgbClr val="6B6B6B"/>
                </a:solidFill>
                <a:latin typeface="Open Sans" panose="020B0606030504020204" pitchFamily="34" charset="0"/>
              </a:rPr>
              <a:t>Konzultáció előre egyeztetett időpontban</a:t>
            </a:r>
            <a:endParaRPr lang="hu-HU" sz="3200" dirty="0"/>
          </a:p>
        </p:txBody>
      </p:sp>
    </p:spTree>
    <p:extLst>
      <p:ext uri="{BB962C8B-B14F-4D97-AF65-F5344CB8AC3E}">
        <p14:creationId xmlns:p14="http://schemas.microsoft.com/office/powerpoint/2010/main" val="1278326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243057A-F618-BC3C-D320-6E1A92306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039305"/>
          </a:xfrm>
        </p:spPr>
        <p:txBody>
          <a:bodyPr/>
          <a:lstStyle/>
          <a:p>
            <a:r>
              <a:rPr lang="hu-HU" dirty="0"/>
              <a:t>Tárgy teljesítése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2A5B8A8-ED71-C942-C01B-04CF9B6D9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25105"/>
            <a:ext cx="9601200" cy="4562573"/>
          </a:xfrm>
        </p:spPr>
        <p:txBody>
          <a:bodyPr>
            <a:normAutofit/>
          </a:bodyPr>
          <a:lstStyle/>
          <a:p>
            <a:r>
              <a:rPr lang="hu-HU" sz="4400" dirty="0"/>
              <a:t>Évközi jegy:</a:t>
            </a:r>
          </a:p>
          <a:p>
            <a:pPr lvl="1"/>
            <a:r>
              <a:rPr lang="hu-HU" sz="4400" dirty="0"/>
              <a:t>2 db ZH</a:t>
            </a:r>
          </a:p>
          <a:p>
            <a:pPr lvl="2"/>
            <a:r>
              <a:rPr lang="hu-HU" sz="4200" dirty="0"/>
              <a:t>2026.03.18</a:t>
            </a:r>
          </a:p>
          <a:p>
            <a:pPr lvl="2"/>
            <a:r>
              <a:rPr lang="hu-HU" sz="4200"/>
              <a:t>2026.04.22</a:t>
            </a:r>
            <a:endParaRPr lang="hu-HU" sz="4200" dirty="0"/>
          </a:p>
          <a:p>
            <a:pPr lvl="1"/>
            <a:r>
              <a:rPr lang="hu-HU" sz="4400" dirty="0"/>
              <a:t>Csoportos üzleti terv</a:t>
            </a:r>
            <a:endParaRPr lang="hu-HU" sz="4200" dirty="0"/>
          </a:p>
        </p:txBody>
      </p:sp>
    </p:spTree>
    <p:extLst>
      <p:ext uri="{BB962C8B-B14F-4D97-AF65-F5344CB8AC3E}">
        <p14:creationId xmlns:p14="http://schemas.microsoft.com/office/powerpoint/2010/main" val="2635488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073E9E7-471F-1BA8-5D74-EE782F189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63891"/>
          </a:xfrm>
        </p:spPr>
        <p:txBody>
          <a:bodyPr/>
          <a:lstStyle/>
          <a:p>
            <a:r>
              <a:rPr lang="hu-HU" dirty="0"/>
              <a:t>Amit az üzleti tervről tudni kell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9D00EF7-B28C-6924-2894-DAE8CA3F0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49691"/>
            <a:ext cx="9601200" cy="5079882"/>
          </a:xfrm>
        </p:spPr>
        <p:txBody>
          <a:bodyPr>
            <a:normAutofit fontScale="92500" lnSpcReduction="10000"/>
          </a:bodyPr>
          <a:lstStyle/>
          <a:p>
            <a:r>
              <a:rPr lang="hu-HU" sz="3600" dirty="0"/>
              <a:t>Üzleti terv csapatban</a:t>
            </a:r>
          </a:p>
          <a:p>
            <a:r>
              <a:rPr lang="hu-HU" sz="3600" dirty="0"/>
              <a:t>Prezentáció csapatban</a:t>
            </a:r>
          </a:p>
          <a:p>
            <a:r>
              <a:rPr lang="hu-HU" sz="3600" dirty="0"/>
              <a:t>3 – 5 fős csapatok,</a:t>
            </a:r>
          </a:p>
          <a:p>
            <a:r>
              <a:rPr lang="hu-HU" sz="3600" dirty="0"/>
              <a:t>Elképzelt vagy valós vállalkozás üzleti tervének elkészítése,</a:t>
            </a:r>
          </a:p>
          <a:p>
            <a:r>
              <a:rPr lang="hu-HU" sz="3600" dirty="0"/>
              <a:t>Utolsó </a:t>
            </a:r>
            <a:r>
              <a:rPr lang="hu-HU" sz="3600"/>
              <a:t>két alkalommal (05.18 és 05.20) </a:t>
            </a:r>
            <a:r>
              <a:rPr lang="hu-HU" sz="3600" dirty="0"/>
              <a:t>csapatok prezentáció kíséretében röviden összefoglalva ismertetik az üzleti tervet.</a:t>
            </a:r>
          </a:p>
          <a:p>
            <a:pPr lvl="1"/>
            <a:r>
              <a:rPr lang="hu-HU" sz="3600" dirty="0"/>
              <a:t>Fontos, hogy az utolsó előtti alkalommal is legyenek már prezentációk</a:t>
            </a:r>
          </a:p>
          <a:p>
            <a:pPr marL="0" indent="0">
              <a:buNone/>
            </a:pPr>
            <a:endParaRPr lang="hu-HU" sz="3600" dirty="0"/>
          </a:p>
        </p:txBody>
      </p:sp>
    </p:spTree>
    <p:extLst>
      <p:ext uri="{BB962C8B-B14F-4D97-AF65-F5344CB8AC3E}">
        <p14:creationId xmlns:p14="http://schemas.microsoft.com/office/powerpoint/2010/main" val="2428959388"/>
      </p:ext>
    </p:extLst>
  </p:cSld>
  <p:clrMapOvr>
    <a:masterClrMapping/>
  </p:clrMapOvr>
</p:sld>
</file>

<file path=ppt/theme/theme1.xml><?xml version="1.0" encoding="utf-8"?>
<a:theme xmlns:a="http://schemas.openxmlformats.org/drawingml/2006/main" name="Körülvágás">
  <a:themeElements>
    <a:clrScheme name="Crop">
      <a:dk1>
        <a:sysClr val="windowText" lastClr="000000"/>
      </a:dk1>
      <a:lt1>
        <a:sysClr val="window" lastClr="FFFFFF"/>
      </a:lt1>
      <a:dk2>
        <a:srgbClr val="1A2E40"/>
      </a:dk2>
      <a:lt2>
        <a:srgbClr val="EBE7DD"/>
      </a:lt2>
      <a:accent1>
        <a:srgbClr val="69A1AB"/>
      </a:accent1>
      <a:accent2>
        <a:srgbClr val="F2C418"/>
      </a:accent2>
      <a:accent3>
        <a:srgbClr val="87492C"/>
      </a:accent3>
      <a:accent4>
        <a:srgbClr val="4A845E"/>
      </a:accent4>
      <a:accent5>
        <a:srgbClr val="DC9528"/>
      </a:accent5>
      <a:accent6>
        <a:srgbClr val="9A5D78"/>
      </a:accent6>
      <a:hlink>
        <a:srgbClr val="66C8E3"/>
      </a:hlink>
      <a:folHlink>
        <a:srgbClr val="B162A1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17F9D331-421E-442F-B033-AF5B21A4485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Körülvágás</Template>
  <TotalTime>1297</TotalTime>
  <Words>95</Words>
  <Application>Microsoft Office PowerPoint</Application>
  <PresentationFormat>Szélesvásznú</PresentationFormat>
  <Paragraphs>20</Paragraphs>
  <Slides>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</vt:i4>
      </vt:variant>
    </vt:vector>
  </HeadingPairs>
  <TitlesOfParts>
    <vt:vector size="8" baseType="lpstr">
      <vt:lpstr>Franklin Gothic Book</vt:lpstr>
      <vt:lpstr>Open Sans</vt:lpstr>
      <vt:lpstr>Times New Roman</vt:lpstr>
      <vt:lpstr>Körülvágás</vt:lpstr>
      <vt:lpstr>Amit a félév teljesítéséről tudni kell</vt:lpstr>
      <vt:lpstr>Elérhetőségek</vt:lpstr>
      <vt:lpstr>Tárgy teljesítése</vt:lpstr>
      <vt:lpstr>Amit az üzleti tervről tudni kell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Trenka Zoltán</cp:lastModifiedBy>
  <cp:revision>13</cp:revision>
  <dcterms:created xsi:type="dcterms:W3CDTF">2024-09-09T11:49:43Z</dcterms:created>
  <dcterms:modified xsi:type="dcterms:W3CDTF">2026-02-23T07:13:26Z</dcterms:modified>
</cp:coreProperties>
</file>